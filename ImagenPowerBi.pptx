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6E3F3-8BDB-0B5E-5785-C32CFA80D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D19F41-BC72-4FB5-A41D-599C8FE89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FCD810-BDE7-8FC6-4BC4-DBD8B442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2DEA92-3B7D-490A-BB53-283F9F38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664F9B-74BC-7A08-4089-545BFAA5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04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4A318-D5EC-36D8-A8AF-A37A221FA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A40C9E-436E-1FD9-1DBB-C09281374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C09267-58A6-AC3F-F8A1-16313BAB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FF880E-A3EB-1F1D-8CB1-02B728C3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2CA5F1-A5B2-9204-FAC2-E2341989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8845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185F8-2B53-E67B-D282-590BE306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D5ACF1-5A94-263A-030B-4F5C6B5DB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80282B-2502-3880-7D8E-CA1C9A5D2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2B0E68-1E15-9B04-2C27-731C175C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AC5C66-E2FF-E17E-9EDB-3A806B09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0420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8C034-42BB-5DCE-3A94-F0003BF5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69AB2-A501-877B-03D1-F16C9D456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703D0E-0C77-4C26-BE9F-7FE542B6F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69D12C-1300-76FF-409D-90385B56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83CD8A-92E4-998C-8EC3-2EEA307F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019798-94DC-F0F6-A09F-75CAD1B15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0455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0B4B8-6E41-C51D-3A41-EDA1D7123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80C17D-AE74-0B13-37D5-3FBF339E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854785-B040-404B-75F0-B0E5A82AA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53D5D7-9735-E0A1-12EC-398CDB025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42D03A-AA6D-A532-56A8-066E95277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B812CE-F229-6FD9-F3E2-62EA419E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1D3C6AB-4D20-14F6-D154-9AAA81B7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65C0DEC-A2D4-95AD-400F-0A5E0E374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2797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131BF-0F74-19ED-A1D0-0505469A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E55E846-BD27-E71A-8813-9DD21146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D902D7-9D4E-133A-529F-893AF26D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742F61-6667-05E5-5B48-9E3EA547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5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B02709-1FF5-F99A-A75C-22580097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DDB0FE-104B-8DBF-A5A7-5CDF5A00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F0672E-08D2-053D-ADCE-EEE928D5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5857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3AA94-2016-2D79-60E9-C6BAF516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65730E-8851-729F-56A4-C8E6E5FF5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F36842-CC0E-8ACF-BD8A-2BFC79C00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6649F6-A45C-DA23-2B0A-26157F26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AA2344-3E9D-6982-6B10-074A8835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5CF5DD-5E48-308A-7BD2-C2B09667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4920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1F916-E7A8-BA6E-7E9F-CE55B5AF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1ED35D-A430-CD09-1A7D-B7BC9B65DAB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8CCBB-ED4A-CB0F-8EB0-B9D6078F3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6DE764-D896-B3FB-B297-255A226E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379E84-DD8C-540F-AE65-C5E971D0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A3062D-8DDD-41E9-BD3E-6F61B97F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2512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54C71-C1A3-C462-AD04-2B332F3D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D4A656-F9A1-E0DD-DEBB-9D6FB8F9E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EE214-38CA-B278-DE8C-667635DB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0C0078-A5D9-F1BF-86F0-4B3EFB59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AA159-9F16-7558-88EA-20150A12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4697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AC5984-4F9C-3761-8227-FB9713073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FA8290-E47C-308D-4AFF-674E7AAD1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55920-4663-791D-8AD1-7BE73853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8B01DF-D054-044D-3138-67A97642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668061-01F0-10A0-F23C-C4578CDE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5655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4A47B0-8669-0557-98D6-F49E84377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DA84E6-A8C9-9749-A618-F8D85DED4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24092F-EC08-D80E-360D-CD6CB6029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51147-C3A2-4311-980F-E1BCFA7FC721}" type="datetimeFigureOut">
              <a:rPr lang="es-419" smtClean="0"/>
              <a:t>7/10/2026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829F39-EDF5-97EA-2DC9-CB382522D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CE6352-F573-D066-4F31-D283FBCED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FC27B-EF62-404E-A7EC-31997758A0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452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CA86F8B-F06F-7C55-C458-1C68E7F0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" y="247486"/>
            <a:ext cx="12173576" cy="63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6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Mellerlin Beatriz Borges Acosta</dc:creator>
  <cp:lastModifiedBy>Mellerlin Beatriz Borges Acosta</cp:lastModifiedBy>
  <cp:revision>1</cp:revision>
  <dcterms:created xsi:type="dcterms:W3CDTF">2026-10-08T00:34:28Z</dcterms:created>
  <dcterms:modified xsi:type="dcterms:W3CDTF">2026-10-08T00:35:09Z</dcterms:modified>
</cp:coreProperties>
</file>